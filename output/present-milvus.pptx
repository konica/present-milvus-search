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Default Extension="jpeg" ContentType="image/jpeg"/>
  <Default Extension="jpg" ContentType="image/jpeg"/>
  <Default Extension="fntdata" ContentType="application/x-fontdata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embedTrueType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charset="0" panose="02000000000000000000" pitchFamily="2" typeface="Roboto"/>
      <p:regular r:id="rId13"/>
      <p:bold r:id="rId14"/>
      <p:italic r:id="rId15"/>
      <p:boldItalic r:id="rId16"/>
    </p:embeddedFont>
    <p:embeddedFont>
      <p:font charset="0" panose="02000000000000000000" pitchFamily="2" typeface="Roboto Black"/>
      <p:bold r:id="rId17"/>
      <p:italic r:id="rId18"/>
      <p:boldItalic r:id="rId19"/>
    </p:embeddedFont>
  </p:embeddedFontLst>
  <p:defaultTextStyle>
    <a:defPPr>
      <a:defRPr lang="de-DE"/>
    </a:defPPr>
    <a:lvl1pPr algn="l" defTabSz="180000" eaLnBrk="1" hangingPunct="1" indent="-180975" latinLnBrk="0" marL="180975" rtl="0">
      <a:lnSpc>
        <a:spcPct val="100000"/>
      </a:lnSpc>
      <a:spcBef>
        <a:spcPts val="0"/>
      </a:spcBef>
      <a:spcAft>
        <a:spcPts val="600"/>
      </a:spcAft>
      <a:buFont charset="2" pitchFamily="2" typeface="Wingdings"/>
      <a:buChar char="§"/>
      <a:tabLst/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180000" eaLnBrk="1" hangingPunct="1" indent="-180000" latinLnBrk="0" marL="360000" rtl="0">
      <a:lnSpc>
        <a:spcPct val="100000"/>
      </a:lnSpc>
      <a:spcBef>
        <a:spcPts val="0"/>
      </a:spcBef>
      <a:spcAft>
        <a:spcPts val="600"/>
      </a:spcAft>
      <a:buFont charset="2" pitchFamily="2" typeface="Wingdings"/>
      <a:buChar char="§"/>
      <a:tabLst/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180000" eaLnBrk="1" hangingPunct="1" indent="-180000" latinLnBrk="0" marL="540000" rtl="0">
      <a:lnSpc>
        <a:spcPct val="100000"/>
      </a:lnSpc>
      <a:spcBef>
        <a:spcPts val="0"/>
      </a:spcBef>
      <a:spcAft>
        <a:spcPts val="600"/>
      </a:spcAft>
      <a:buFont charset="2" pitchFamily="2" typeface="Wingdings"/>
      <a:buChar char="§"/>
      <a:tabLst/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180000" eaLnBrk="1" hangingPunct="1" indent="-179388" latinLnBrk="0" marL="720000" rtl="0">
      <a:lnSpc>
        <a:spcPct val="100000"/>
      </a:lnSpc>
      <a:spcBef>
        <a:spcPts val="0"/>
      </a:spcBef>
      <a:spcAft>
        <a:spcPts val="600"/>
      </a:spcAft>
      <a:buFont charset="2" pitchFamily="2" typeface="Wingdings"/>
      <a:buChar char="§"/>
      <a:tabLst/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180000" eaLnBrk="1" hangingPunct="1" indent="-180975" latinLnBrk="0" marL="900000" rtl="0">
      <a:lnSpc>
        <a:spcPct val="100000"/>
      </a:lnSpc>
      <a:spcBef>
        <a:spcPts val="0"/>
      </a:spcBef>
      <a:spcAft>
        <a:spcPts val="600"/>
      </a:spcAft>
      <a:buFont charset="2" pitchFamily="2" typeface="Wingdings"/>
      <a:buChar char="§"/>
      <a:tabLst/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indent="-228600" latinLnBrk="0" marL="2514600" rtl="0">
      <a:lnSpc>
        <a:spcPct val="90000"/>
      </a:lnSpc>
      <a:spcBef>
        <a:spcPts val="500"/>
      </a:spcBef>
      <a:buFont charset="0" panose="020B0604020202020204" pitchFamily="34" typeface="Arial"/>
      <a:buChar char="•"/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indent="-228600" latinLnBrk="0" marL="2971800" rtl="0">
      <a:lnSpc>
        <a:spcPct val="90000"/>
      </a:lnSpc>
      <a:spcBef>
        <a:spcPts val="500"/>
      </a:spcBef>
      <a:buFont charset="0" panose="020B0604020202020204" pitchFamily="34" typeface="Arial"/>
      <a:buChar char="•"/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indent="-228600" latinLnBrk="0" marL="3429000" rtl="0">
      <a:lnSpc>
        <a:spcPct val="90000"/>
      </a:lnSpc>
      <a:spcBef>
        <a:spcPts val="500"/>
      </a:spcBef>
      <a:buFont charset="0" panose="020B0604020202020204" pitchFamily="34" typeface="Arial"/>
      <a:buChar char="•"/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indent="-228600" latinLnBrk="0" marL="3886200" rtl="0">
      <a:lnSpc>
        <a:spcPct val="90000"/>
      </a:lnSpc>
      <a:spcBef>
        <a:spcPts val="500"/>
      </a:spcBef>
      <a:buFont charset="0" panose="020B0604020202020204" pitchFamily="34" typeface="Arial"/>
      <a:buChar char="•"/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49BB8FA4-4FDA-4CD2-A14B-E334108255D3}" name="Standardabschnitt">
          <p14:sldIdLst>
            <p14:sldId id="259"/>
            <p14:sldId id="320"/>
            <p14:sldId id="442"/>
            <p14:sldId id="260"/>
            <p14:sldId id="262"/>
            <p14:sldId id="263"/>
            <p14:sldId id="264"/>
            <p14:sldId id="265"/>
            <p14:sldId id="443"/>
            <p14:sldId id="267"/>
          </p14:sldIdLst>
        </p14:section>
        <p14:section id="{5FA7C5CE-5994-41CF-BCFC-EADF33BCD037}" name="Layout Examples">
          <p14:sldIdLst>
            <p14:sldId id="272"/>
            <p14:sldId id="446"/>
            <p14:sldId id="447"/>
            <p14:sldId id="448"/>
            <p14:sldId id="271"/>
            <p14:sldId id="444"/>
            <p14:sldId id="273"/>
            <p14:sldId id="274"/>
            <p14:sldId id="275"/>
            <p14:sldId id="276"/>
            <p14:sldId id="439"/>
            <p14:sldId id="278"/>
            <p14:sldId id="279"/>
            <p14:sldId id="280"/>
            <p14:sldId id="314"/>
            <p14:sldId id="281"/>
            <p14:sldId id="282"/>
            <p14:sldId id="283"/>
            <p14:sldId id="285"/>
            <p14:sldId id="288"/>
            <p14:sldId id="290"/>
            <p14:sldId id="292"/>
            <p14:sldId id="308"/>
            <p14:sldId id="319"/>
            <p14:sldId id="295"/>
            <p14:sldId id="313"/>
            <p14:sldId id="302"/>
            <p14:sldId id="318"/>
            <p14:sldId id="297"/>
            <p14:sldId id="315"/>
            <p14:sldId id="305"/>
            <p14:sldId id="299"/>
            <p14:sldId id="321"/>
            <p14:sldId id="322"/>
            <p14:sldId id="301"/>
            <p14:sldId id="312"/>
            <p14:sldId id="303"/>
            <p14:sldId id="304"/>
            <p14:sldId id="306"/>
            <p14:sldId id="307"/>
            <p14:sldId id="449"/>
            <p14:sldId id="44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6843"/>
    <a:srgbClr val="DD5A44"/>
    <a:srgbClr val="B2330A"/>
    <a:srgbClr val="FFBACC"/>
    <a:srgbClr val="FFE0EC"/>
    <a:srgbClr val="CE50A9"/>
    <a:srgbClr val="000000"/>
    <a:srgbClr val="F7DD6B"/>
    <a:srgbClr val="C6B67C"/>
    <a:srgbClr val="E3D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0280"/>
    <p:restoredTop sz="96534"/>
  </p:normalViewPr>
  <p:slideViewPr>
    <p:cSldViewPr snapToGrid="0">
      <p:cViewPr varScale="1">
        <p:scale>
          <a:sx d="100" n="159"/>
          <a:sy d="100" n="159"/>
        </p:scale>
        <p:origin x="680" y="100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sorterViewPr>
    <p:cViewPr>
      <p:scale>
        <a:sx d="100" n="200"/>
        <a:sy d="100" n="200"/>
      </p:scale>
      <p:origin x="0" y="-5852"/>
    </p:cViewPr>
  </p:sorterViewPr>
  <p:notesViewPr>
    <p:cSldViewPr snapToGrid="0">
      <p:cViewPr varScale="1">
        <p:scale>
          <a:sx d="100" n="97"/>
          <a:sy d="100" n="97"/>
        </p:scale>
        <p:origin x="3976" y="200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" Type="http://schemas.openxmlformats.org/officeDocument/2006/relationships/slideMaster" Target="slideMasters/slideMaster1.xml" /><Relationship Id="rId13" Type="http://schemas.openxmlformats.org/officeDocument/2006/relationships/font" Target="fonts/font1.fntdata" /><Relationship Id="rId14" Type="http://schemas.openxmlformats.org/officeDocument/2006/relationships/font" Target="fonts/font2.fntdata" /><Relationship Id="rId15" Type="http://schemas.openxmlformats.org/officeDocument/2006/relationships/font" Target="fonts/font3.fntdata" /><Relationship Id="rId16" Type="http://schemas.openxmlformats.org/officeDocument/2006/relationships/font" Target="fonts/font4.fntdata" /><Relationship Id="rId17" Type="http://schemas.openxmlformats.org/officeDocument/2006/relationships/font" Target="fonts/font5.fntdata" /><Relationship Id="rId18" Type="http://schemas.openxmlformats.org/officeDocument/2006/relationships/font" Target="fonts/font6.fntdata" /><Relationship Id="rId19" Type="http://schemas.openxmlformats.org/officeDocument/2006/relationships/font" Target="fonts/font7.fntdata" /><Relationship Id="rId20" Type="http://schemas.openxmlformats.org/officeDocument/2006/relationships/presProps" Target="presProps.xml" /><Relationship Id="rId21" Type="http://schemas.openxmlformats.org/officeDocument/2006/relationships/viewProps" Target="viewProps.xml" /><Relationship Id="rId22" Type="http://schemas.openxmlformats.org/officeDocument/2006/relationships/theme" Target="theme/theme1.xml" /><Relationship Id="rId23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9E76539-A55F-8733-56BB-D7FF3CEBB7FE}"/>
              </a:ext>
            </a:extLst>
          </p:cNvPr>
          <p:cNvSpPr/>
          <p:nvPr userDrawn="1"/>
        </p:nvSpPr>
        <p:spPr>
          <a:xfrm>
            <a:off x="10424160" y="250257"/>
            <a:ext cx="941420" cy="346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sp>
        <p:nvSpPr>
          <p:cNvPr id="4" name="Textplatzhalter 21">
            <a:extLst>
              <a:ext uri="{FF2B5EF4-FFF2-40B4-BE49-F238E27FC236}">
                <a16:creationId xmlns:a16="http://schemas.microsoft.com/office/drawing/2014/main" id="{4C7E215F-9A03-83E7-DEFF-17F70EA0A2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828776" y="6396073"/>
            <a:ext cx="1536804" cy="155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None/>
              <a:defRPr sz="900" b="0" i="0" baseline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1pPr>
            <a:lvl2pPr marL="644400" indent="-284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sz="1200" b="0" i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2pPr>
            <a:lvl3pPr marL="100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3pPr>
            <a:lvl4pPr marL="136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4pPr>
            <a:lvl5pPr marL="172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5pPr>
            <a:lvl6pPr marL="2341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7987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2559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7131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de-DE" sz="600" b="0" i="0" kern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Innovation Implemented.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8C1AD748-269B-A6F1-E47D-C2417F82AA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4451" y="4804908"/>
            <a:ext cx="9482727" cy="240348"/>
          </a:xfrm>
        </p:spPr>
        <p:txBody>
          <a:bodyPr anchor="t"/>
          <a:lstStyle>
            <a:lvl1pPr marL="0" indent="0">
              <a:buNone/>
              <a:defRPr sz="1600" b="0" i="0" cap="none" spc="2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82F3969-4D5C-BE17-F6D5-8113D4477B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34451" y="5351254"/>
            <a:ext cx="9482727" cy="838231"/>
          </a:xfrm>
        </p:spPr>
        <p:txBody>
          <a:bodyPr anchor="t"/>
          <a:lstStyle>
            <a:lvl1pPr marL="0" indent="0">
              <a:buNone/>
              <a:defRPr sz="1000" b="0" i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Name Vortragende</a:t>
            </a:r>
            <a:br>
              <a:rPr lang="de-DE" dirty="0"/>
            </a:br>
            <a:r>
              <a:rPr lang="de-DE" dirty="0"/>
              <a:t>Name Vortragender</a:t>
            </a:r>
            <a:br>
              <a:rPr lang="de-DE" dirty="0"/>
            </a:br>
            <a:r>
              <a:rPr lang="de-DE" dirty="0"/>
              <a:t>Ort, Datum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D5D18FD-9399-C365-234D-791B26B6E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256668"/>
            <a:ext cx="9488214" cy="467706"/>
          </a:xfrm>
        </p:spPr>
        <p:txBody>
          <a:bodyPr vert="horz" anchor="b" anchorCtr="0"/>
          <a:lstStyle>
            <a:lvl1pPr>
              <a:defRPr sz="3200" b="1" i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Präsentationstitel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EA54F90-7B0C-C8D3-29BB-E79494DEF97F}"/>
              </a:ext>
            </a:extLst>
          </p:cNvPr>
          <p:cNvSpPr txBox="1"/>
          <p:nvPr userDrawn="1"/>
        </p:nvSpPr>
        <p:spPr>
          <a:xfrm>
            <a:off x="3530008" y="5762847"/>
            <a:ext cx="45719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A6678F4-0D7C-E90A-841C-8AAA20005F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6615657"/>
            <a:ext cx="12192000" cy="242343"/>
          </a:xfrm>
          <a:prstGeom prst="rect">
            <a:avLst/>
          </a:prstGeom>
        </p:spPr>
      </p:pic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75892F98-DB25-1B04-EF56-86C191E42B5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1" y="4084519"/>
            <a:ext cx="9489604" cy="146749"/>
          </a:xfrm>
        </p:spPr>
        <p:txBody>
          <a:bodyPr lIns="0" tIns="0" rIns="0" bIns="0" anchor="t"/>
          <a:lstStyle>
            <a:lvl1pPr marL="0" indent="0">
              <a:buNone/>
              <a:defRPr lang="de-DE" sz="100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>
              <a:spcAft>
                <a:spcPts val="0"/>
              </a:spcAft>
            </a:pPr>
            <a:r>
              <a:rPr lang="de-DE" dirty="0"/>
              <a:t>Topheadline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E1C7FB8-0706-0DBE-7C9B-57732C8CDD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8398" y="499913"/>
            <a:ext cx="1440000" cy="51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3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6" y="2060848"/>
            <a:ext cx="9516024" cy="4212952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86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278B3BF-B3AD-FA19-A082-03FD2603C9EA}"/>
              </a:ext>
            </a:extLst>
          </p:cNvPr>
          <p:cNvSpPr/>
          <p:nvPr userDrawn="1"/>
        </p:nvSpPr>
        <p:spPr>
          <a:xfrm>
            <a:off x="0" y="2060848"/>
            <a:ext cx="12192000" cy="4906237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065F91-412A-7834-F589-04E6F5AB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CDDC7598-E0BA-DDA8-A831-A5E1A437A6B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737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569E470-1313-7BE3-4726-DE5C84CDC4B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9B1477F-B1C6-B12C-5DE7-7181E952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32356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7" name="Inhaltsplatzhalter 5">
            <a:extLst>
              <a:ext uri="{FF2B5EF4-FFF2-40B4-BE49-F238E27FC236}">
                <a16:creationId xmlns:a16="http://schemas.microsoft.com/office/drawing/2014/main" id="{A90EC96C-A5AD-35FA-2E52-0FEB4BF22E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706AEDA-9DA7-A0F3-7A4A-F6425640C82E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E00D61E5-BDBB-C504-4830-B6626883B74D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2F6A1E0-49DC-34D9-7015-253F5721AC84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047CDEA-DE65-6D68-58D6-9799AF11C335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FED1D99-2B6C-3DAB-68F7-A5493FA74800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A0A691E-3D6D-C372-74D0-4E2DA0D84F8D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5F019BD-B7CD-FFA1-C968-4560AFC04230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F6A5825-13AE-F685-A760-FF26031857E9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B513CA7-6006-991D-24EA-C7573E5820C2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CD77409B-B8ED-6A5F-2D04-0F712F9D6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83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theme/theme1.xml" Type="http://schemas.openxmlformats.org/officeDocument/2006/relationships/theme" /><Relationship Id="rId8" Target="../media/image1.png" Type="http://schemas.openxmlformats.org/officeDocument/2006/relationships/image" /><Relationship Id="rId9" Target="../media/image2.svg" Type="http://schemas.openxmlformats.org/officeDocument/2006/relationships/image" /><Relationship Id="rId1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7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1" y="657285"/>
            <a:ext cx="9513506" cy="792000"/>
          </a:xfrm>
          <a:prstGeom prst="rect">
            <a:avLst/>
          </a:prstGeom>
        </p:spPr>
        <p:txBody>
          <a:bodyPr anchor="t" bIns="0" lIns="0" rIns="0" rtlCol="0" tIns="0" vert="horz">
            <a:noAutofit/>
          </a:bodyPr>
          <a:lstStyle/>
          <a:p>
            <a:r>
              <a:rPr dirty="0" lang="de-DE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830028" y="2060848"/>
            <a:ext cx="9513506" cy="4212952"/>
          </a:xfrm>
          <a:prstGeom prst="rect">
            <a:avLst/>
          </a:prstGeom>
        </p:spPr>
        <p:txBody>
          <a:bodyPr bIns="0" lIns="0" rIns="0" rtlCol="0" tIns="0" vert="horz">
            <a:noAutofit/>
          </a:bodyPr>
          <a:lstStyle/>
          <a:p>
            <a:pPr lvl="0"/>
            <a:r>
              <a:rPr dirty="0" lang="de-DE"/>
              <a:t>Mastertextformat bearbeiten</a:t>
            </a:r>
          </a:p>
          <a:p>
            <a:pPr lvl="1"/>
            <a:r>
              <a:rPr dirty="0" lang="de-DE"/>
              <a:t>Zweite Ebene</a:t>
            </a:r>
          </a:p>
          <a:p>
            <a:pPr lvl="2"/>
            <a:r>
              <a:rPr dirty="0" lang="de-DE"/>
              <a:t>Dritte Ebene</a:t>
            </a:r>
          </a:p>
          <a:p>
            <a:pPr lvl="3"/>
            <a:r>
              <a:rPr dirty="0" lang="de-DE"/>
              <a:t>Vierte Ebene</a:t>
            </a:r>
          </a:p>
          <a:p>
            <a:pPr lvl="4"/>
            <a:r>
              <a:rPr dirty="0" lang="de-DE"/>
              <a:t>Fünfte Ebene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27FCEB4-3CF3-A3FF-76BB-A96F9554A0F7}"/>
              </a:ext>
            </a:extLst>
          </p:cNvPr>
          <p:cNvSpPr txBox="1"/>
          <p:nvPr userDrawn="1"/>
        </p:nvSpPr>
        <p:spPr>
          <a:xfrm rot="16200000">
            <a:off x="-1515830" y="4300252"/>
            <a:ext cx="3512719" cy="120824"/>
          </a:xfrm>
          <a:prstGeom prst="rect">
            <a:avLst/>
          </a:prstGeom>
          <a:noFill/>
        </p:spPr>
        <p:txBody>
          <a:bodyPr bIns="0" lIns="0" rIns="0" rtlCol="0" tIns="0" wrap="none">
            <a:noAutofit/>
          </a:bodyPr>
          <a:lstStyle/>
          <a:p>
            <a:pPr algn="l" defTabSz="1800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charset="2" pitchFamily="2" typeface="Wingdings"/>
              <a:buNone/>
              <a:tabLst/>
              <a:defRPr/>
            </a:pPr>
            <a:r>
              <a:rPr b="0" dirty="0" i="0" lang="de-DE" sz="700">
                <a:solidFill>
                  <a:schemeClr val="bg1">
                    <a:lumMod val="75000"/>
                  </a:schemeClr>
                </a:solidFill>
                <a:latin charset="0" panose="02000000000000000000" pitchFamily="2" typeface="Roboto"/>
              </a:rPr>
              <a:t>Page: </a:t>
            </a:r>
            <a:fld id="{F10DCDC4-4595-B74E-8DBA-09DC9720EAE7}" type="slidenum">
              <a:rPr b="0" i="0" lang="de-DE" sz="700">
                <a:solidFill>
                  <a:schemeClr val="bg1">
                    <a:lumMod val="75000"/>
                  </a:schemeClr>
                </a:solidFill>
                <a:latin charset="0" panose="02000000000000000000" pitchFamily="2" typeface="Roboto"/>
              </a:rPr>
              <a:pPr algn="l" defTabSz="1800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charset="2" pitchFamily="2" typeface="Wingdings"/>
                <a:buNone/>
                <a:tabLst/>
                <a:defRPr/>
              </a:pPr>
              <a:t>‹Nr.›</a:t>
            </a:fld>
            <a:r>
              <a:rPr b="0" dirty="0" i="0" lang="de-DE" sz="700">
                <a:solidFill>
                  <a:schemeClr val="bg1">
                    <a:lumMod val="75000"/>
                  </a:schemeClr>
                </a:solidFill>
                <a:latin charset="0" panose="02000000000000000000" pitchFamily="2" typeface="Roboto"/>
              </a:rPr>
              <a:t>   </a:t>
            </a:r>
            <a:r>
              <a:rPr b="0" dirty="0" i="0" lang="de-DE" sz="900">
                <a:solidFill>
                  <a:schemeClr val="bg1">
                    <a:lumMod val="75000"/>
                  </a:schemeClr>
                </a:solidFill>
                <a:latin charset="0" panose="02000000000000000000" pitchFamily="2" typeface="Roboto"/>
              </a:rPr>
              <a:t>|</a:t>
            </a:r>
            <a:r>
              <a:rPr b="0" dirty="0" i="0" lang="de-DE" sz="700">
                <a:solidFill>
                  <a:schemeClr val="bg1">
                    <a:lumMod val="75000"/>
                  </a:schemeClr>
                </a:solidFill>
                <a:latin charset="0" panose="02000000000000000000" pitchFamily="2" typeface="Roboto"/>
              </a:rPr>
              <a:t>  </a:t>
            </a:r>
            <a:fld id="{D1E5DAEC-660C-FA4F-97E2-A72D48222653}" type="datetime3">
              <a:rPr b="0" i="0" lang="de-DE" sz="700">
                <a:solidFill>
                  <a:schemeClr val="bg1">
                    <a:lumMod val="75000"/>
                  </a:schemeClr>
                </a:solidFill>
                <a:latin charset="0" panose="02000000000000000000" pitchFamily="2" typeface="Roboto"/>
              </a:rPr>
              <a:pPr algn="l" defTabSz="1800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charset="2" pitchFamily="2" typeface="Wingdings"/>
                <a:buNone/>
                <a:tabLst/>
                <a:defRPr/>
              </a:pPr>
              <a:t>14/01/26</a:t>
            </a:fld>
            <a:r>
              <a:rPr b="0" dirty="0" i="0" lang="de-DE" sz="700">
                <a:solidFill>
                  <a:schemeClr val="bg1">
                    <a:lumMod val="75000"/>
                  </a:schemeClr>
                </a:solidFill>
                <a:latin charset="0" panose="02000000000000000000" pitchFamily="2" typeface="Roboto"/>
              </a:rPr>
              <a:t>  </a:t>
            </a:r>
            <a:r>
              <a:rPr b="0" dirty="0" i="0" lang="de-DE" sz="900">
                <a:solidFill>
                  <a:schemeClr val="bg1">
                    <a:lumMod val="75000"/>
                  </a:schemeClr>
                </a:solidFill>
                <a:latin charset="0" panose="02000000000000000000" pitchFamily="2" typeface="Roboto"/>
              </a:rPr>
              <a:t>|</a:t>
            </a:r>
            <a:r>
              <a:rPr b="0" dirty="0" i="0" lang="de-DE" sz="700">
                <a:solidFill>
                  <a:schemeClr val="bg1">
                    <a:lumMod val="75000"/>
                  </a:schemeClr>
                </a:solidFill>
                <a:latin charset="0" panose="02000000000000000000" pitchFamily="2" typeface="Roboto"/>
              </a:rPr>
              <a:t>   </a:t>
            </a:r>
            <a:r>
              <a:rPr b="0" dirty="0" err="1" i="0" lang="de-DE" sz="700">
                <a:solidFill>
                  <a:schemeClr val="bg1">
                    <a:lumMod val="75000"/>
                  </a:schemeClr>
                </a:solidFill>
                <a:latin charset="0" panose="02000000000000000000" pitchFamily="2" typeface="Roboto"/>
              </a:rPr>
              <a:t>Confidentiality</a:t>
            </a:r>
            <a:r>
              <a:rPr b="0" dirty="0" i="0" lang="de-DE" sz="700">
                <a:solidFill>
                  <a:schemeClr val="bg1">
                    <a:lumMod val="75000"/>
                  </a:schemeClr>
                </a:solidFill>
                <a:latin charset="0" panose="02000000000000000000" pitchFamily="2" typeface="Roboto"/>
              </a:rPr>
              <a:t> </a:t>
            </a:r>
            <a:r>
              <a:rPr b="0" dirty="0" err="1" i="0" lang="de-DE" sz="700">
                <a:solidFill>
                  <a:schemeClr val="bg1">
                    <a:lumMod val="75000"/>
                  </a:schemeClr>
                </a:solidFill>
                <a:latin charset="0" panose="02000000000000000000" pitchFamily="2" typeface="Roboto"/>
              </a:rPr>
              <a:t>level</a:t>
            </a:r>
            <a:r>
              <a:rPr b="0" dirty="0" i="0" lang="de-DE" sz="700">
                <a:solidFill>
                  <a:schemeClr val="bg1">
                    <a:lumMod val="75000"/>
                  </a:schemeClr>
                </a:solidFill>
                <a:latin charset="0" panose="02000000000000000000" pitchFamily="2" typeface="Roboto"/>
              </a:rPr>
              <a:t>: </a:t>
            </a:r>
            <a:r>
              <a:rPr b="0" dirty="0" i="0" lang="de-DE" strike="noStrike" sz="700" u="none">
                <a:solidFill>
                  <a:schemeClr val="bg1">
                    <a:lumMod val="75000"/>
                  </a:schemeClr>
                </a:solidFill>
                <a:effectLst/>
                <a:latin charset="0" panose="02000000000000000000" pitchFamily="2" typeface="Roboto"/>
              </a:rPr>
              <a:t>Internal</a:t>
            </a:r>
            <a:endParaRPr b="0" dirty="0" i="0" lang="de-DE" sz="700">
              <a:solidFill>
                <a:schemeClr val="bg1">
                  <a:lumMod val="75000"/>
                </a:schemeClr>
              </a:solidFill>
              <a:latin charset="0" panose="02000000000000000000" pitchFamily="2" typeface="Roboto"/>
            </a:endParaRPr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0F83F70B-B5DD-C68E-5926-CE7FA429C454}"/>
              </a:ext>
            </a:extLst>
          </p:cNvPr>
          <p:cNvGrpSpPr/>
          <p:nvPr userDrawn="1"/>
        </p:nvGrpSpPr>
        <p:grpSpPr>
          <a:xfrm>
            <a:off x="10013291" y="6283206"/>
            <a:ext cx="1342943" cy="32400"/>
            <a:chOff x="10117877" y="5760104"/>
            <a:chExt cx="1342943" cy="32400"/>
          </a:xfrm>
        </p:grpSpPr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D763D1BF-9B08-90BA-4F8C-01B6CB0533D3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algn="ctr" cap="flat" cmpd="sng" w="9525">
              <a:noFill/>
              <a:prstDash val="solid"/>
              <a:round/>
              <a:headEnd len="med" type="none" w="med"/>
              <a:tailEnd len="med" type="none" w="med"/>
            </a:ln>
            <a:effectLst/>
          </p:spPr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 defTabSz="914400" eaLnBrk="1" fontAlgn="base" hangingPunct="1" indent="0" latinLnBrk="0" lvl="0" marL="0" marR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b="0" baseline="0" cap="none" dirty="0" err="1" i="0" kern="0" kumimoji="0" lang="de-DE" noProof="0" normalizeH="0" spc="0" strike="noStrike" sz="1200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charset="0" panose="02000000000000000000" pitchFamily="2" typeface="Roboto"/>
                <a:ea charset="0" panose="02000000000000000000" pitchFamily="2" typeface="Roboto"/>
                <a:cs charset="0" panose="020B0606030504020204" pitchFamily="34" typeface="Open Sans"/>
              </a:endParaRP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40B7D466-F044-1E13-6818-3B1364AB4BF9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algn="ctr" cap="flat" cmpd="sng" w="9525">
              <a:noFill/>
              <a:prstDash val="solid"/>
              <a:round/>
              <a:headEnd len="med" type="none" w="med"/>
              <a:tailEnd len="med" type="none" w="med"/>
            </a:ln>
            <a:effectLst/>
          </p:spPr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 defTabSz="914400" eaLnBrk="1" fontAlgn="base" hangingPunct="1" indent="0" latinLnBrk="0" lvl="0" marL="0" marR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b="0" baseline="0" cap="none" dirty="0" err="1" i="0" kern="0" kumimoji="0" lang="de-DE" noProof="0" normalizeH="0" spc="0" strike="noStrike" sz="1200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charset="0" panose="02000000000000000000" pitchFamily="2" typeface="Roboto"/>
                <a:ea charset="0" panose="02000000000000000000" pitchFamily="2" typeface="Roboto"/>
                <a:cs charset="0" panose="020B0606030504020204" pitchFamily="34" typeface="Open Sans"/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DF1CAB54-4009-B962-7476-5FB40B9C8A5F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algn="ctr" cap="flat" cmpd="sng" w="9525">
              <a:noFill/>
              <a:prstDash val="solid"/>
              <a:round/>
              <a:headEnd len="med" type="none" w="med"/>
              <a:tailEnd len="med" type="none" w="med"/>
            </a:ln>
            <a:effectLst/>
          </p:spPr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 defTabSz="914400" eaLnBrk="1" fontAlgn="base" hangingPunct="1" indent="0" latinLnBrk="0" lvl="0" marL="0" marR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b="0" baseline="0" cap="none" dirty="0" err="1" i="0" kern="0" kumimoji="0" lang="de-DE" noProof="0" normalizeH="0" spc="0" strike="noStrike" sz="1200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charset="0" panose="02000000000000000000" pitchFamily="2" typeface="Roboto"/>
                <a:ea charset="0" panose="02000000000000000000" pitchFamily="2" typeface="Roboto"/>
                <a:cs charset="0" panose="020B0606030504020204" pitchFamily="34" typeface="Open Sans"/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5551AF9A-9C49-E5D3-7464-9C964026259A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algn="ctr" cap="flat" cmpd="sng" w="9525">
              <a:noFill/>
              <a:prstDash val="solid"/>
              <a:round/>
              <a:headEnd len="med" type="none" w="med"/>
              <a:tailEnd len="med" type="none" w="med"/>
            </a:ln>
            <a:effectLst/>
          </p:spPr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 defTabSz="914400" eaLnBrk="1" fontAlgn="base" hangingPunct="1" indent="0" latinLnBrk="0" lvl="0" marL="0" marR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b="0" baseline="0" cap="none" dirty="0" err="1" i="0" kern="0" kumimoji="0" lang="de-DE" noProof="0" normalizeH="0" spc="0" strike="noStrike" sz="1200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charset="0" panose="02000000000000000000" pitchFamily="2" typeface="Roboto"/>
                <a:ea charset="0" panose="02000000000000000000" pitchFamily="2" typeface="Roboto"/>
                <a:cs charset="0" panose="020B0606030504020204" pitchFamily="34" typeface="Open Sans"/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B4C77E23-0B61-D024-1ACC-597FF9586421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algn="ctr" cap="flat" cmpd="sng" w="9525">
              <a:noFill/>
              <a:prstDash val="solid"/>
              <a:round/>
              <a:headEnd len="med" type="none" w="med"/>
              <a:tailEnd len="med" type="none" w="med"/>
            </a:ln>
            <a:effectLst/>
          </p:spPr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 defTabSz="914400" eaLnBrk="1" fontAlgn="base" hangingPunct="1" indent="0" latinLnBrk="0" lvl="0" marL="0" marR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b="0" baseline="0" cap="none" dirty="0" err="1" i="0" kern="0" kumimoji="0" lang="de-DE" noProof="0" normalizeH="0" spc="0" strike="noStrike" sz="1200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charset="0" panose="02000000000000000000" pitchFamily="2" typeface="Roboto"/>
                <a:ea charset="0" panose="02000000000000000000" pitchFamily="2" typeface="Roboto"/>
                <a:cs charset="0" panose="020B0606030504020204" pitchFamily="34" typeface="Open Sans"/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50239498-8851-ACAA-4FB4-E5E2F9823AF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algn="ctr" cap="flat" cmpd="sng" w="9525">
              <a:noFill/>
              <a:prstDash val="solid"/>
              <a:round/>
              <a:headEnd len="med" type="none" w="med"/>
              <a:tailEnd len="med" type="none" w="med"/>
            </a:ln>
            <a:effectLst/>
          </p:spPr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 defTabSz="914400" eaLnBrk="1" fontAlgn="base" hangingPunct="1" indent="0" latinLnBrk="0" lvl="0" marL="0" marR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b="0" baseline="0" cap="none" dirty="0" err="1" i="0" kern="0" kumimoji="0" lang="de-DE" noProof="0" normalizeH="0" spc="0" strike="noStrike" sz="1200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charset="0" panose="02000000000000000000" pitchFamily="2" typeface="Roboto"/>
                <a:ea charset="0" panose="02000000000000000000" pitchFamily="2" typeface="Roboto"/>
                <a:cs charset="0" panose="020B0606030504020204" pitchFamily="34" typeface="Open Sans"/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90A40F38-6E8C-BDB6-10BC-F58509866F3A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algn="ctr" cap="flat" cmpd="sng" w="9525">
              <a:noFill/>
              <a:prstDash val="solid"/>
              <a:round/>
              <a:headEnd len="med" type="none" w="med"/>
              <a:tailEnd len="med" type="none" w="med"/>
            </a:ln>
            <a:effectLst/>
          </p:spPr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 defTabSz="914400" eaLnBrk="1" fontAlgn="base" hangingPunct="1" indent="0" latinLnBrk="0" lvl="0" marL="0" marR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b="0" baseline="0" cap="none" dirty="0" err="1" i="0" kern="0" kumimoji="0" lang="de-DE" noProof="0" normalizeH="0" spc="0" strike="noStrike" sz="1200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charset="0" panose="02000000000000000000" pitchFamily="2" typeface="Roboto"/>
                <a:ea charset="0" panose="02000000000000000000" pitchFamily="2" typeface="Roboto"/>
                <a:cs charset="0" panose="020B0606030504020204" pitchFamily="34" typeface="Open Sans"/>
              </a:endParaRP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0BF70B4A-DDCA-31E8-A2D7-60CEFC3C6E7A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algn="ctr" cap="flat" cmpd="sng" w="9525">
              <a:noFill/>
              <a:prstDash val="solid"/>
              <a:round/>
              <a:headEnd len="med" type="none" w="med"/>
              <a:tailEnd len="med" type="none" w="med"/>
            </a:ln>
            <a:effectLst/>
          </p:spPr>
          <p:txBody>
            <a:bodyPr anchor="ctr" anchorCtr="0" bIns="45720" compatLnSpc="1" forceAA="0" fromWordArt="0" horzOverflow="overflow" lIns="91440" numCol="1" rIns="91440" rot="0" rtlCol="0" spcCol="0" spcFirstLastPara="0" tIns="45720" vert="horz" vertOverflow="overflow" wrap="square">
              <a:prstTxWarp prst="textNoShape">
                <a:avLst/>
              </a:prstTxWarp>
              <a:noAutofit/>
            </a:bodyPr>
            <a:lstStyle/>
            <a:p>
              <a:pPr algn="ctr" defTabSz="914400" eaLnBrk="1" fontAlgn="base" hangingPunct="1" indent="0" latinLnBrk="0" lvl="0" marL="0" marR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b="0" baseline="0" cap="none" dirty="0" err="1" i="0" kern="0" kumimoji="0" lang="de-DE" noProof="0" normalizeH="0" spc="0" strike="noStrike" sz="1200" u="none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charset="0" panose="02000000000000000000" pitchFamily="2" typeface="Roboto"/>
                <a:ea charset="0" panose="02000000000000000000" pitchFamily="2" typeface="Roboto"/>
                <a:cs charset="0" panose="020B0606030504020204" pitchFamily="34" typeface="Open Sans"/>
              </a:endParaRPr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4D6E508-ED0A-9042-EED4-27A51C8C1DEE}"/>
              </a:ext>
            </a:extLst>
          </p:cNvPr>
          <p:cNvPicPr>
            <a:picLocks noChangeAspect="1"/>
          </p:cNvPicPr>
          <p:nvPr userDrawn="1"/>
        </p:nvPicPr>
        <p:blipFill>
          <a:blip cstate="screen"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060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62" r:id="rId1"/>
    <p:sldLayoutId id="2147483663" r:id="rId2"/>
    <p:sldLayoutId id="2147483664" r:id="rId3"/>
    <p:sldLayoutId id="2147483667" r:id="rId4"/>
    <p:sldLayoutId id="2147483665" r:id="rId5"/>
    <p:sldLayoutId id="2147483666" r:id="rId6"/>
    <p:sldLayoutId id="2147483669" r:id="rId11"/>
    <p:sldLayoutId id="2147483668" r:id="rId10"/>
  </p:sldLayoutIdLst>
  <p:hf ftr="0" hdr="0" sldNum="0"/>
  <p:txStyles>
    <p:titleStyle>
      <a:lvl1pPr algn="l" defTabSz="180000" eaLnBrk="1" hangingPunct="1" latinLnBrk="0" rtl="0">
        <a:lnSpc>
          <a:spcPct val="90000"/>
        </a:lnSpc>
        <a:spcBef>
          <a:spcPct val="0"/>
        </a:spcBef>
        <a:buNone/>
        <a:defRPr b="1" i="0" kern="1200" sz="2400">
          <a:solidFill>
            <a:schemeClr val="tx1"/>
          </a:solidFill>
          <a:latin charset="0" panose="02000000000000000000" pitchFamily="2" typeface="Roboto Black"/>
          <a:ea charset="0" panose="02000000000000000000" pitchFamily="2" typeface="Roboto Black"/>
          <a:cs typeface="+mj-cs"/>
        </a:defRPr>
      </a:lvl1pPr>
    </p:titleStyle>
    <p:bodyStyle>
      <a:lvl1pPr algn="l" defTabSz="216000" eaLnBrk="1" hangingPunct="1" indent="-180975" latinLnBrk="0" marL="180975" rtl="0">
        <a:lnSpc>
          <a:spcPct val="100000"/>
        </a:lnSpc>
        <a:spcBef>
          <a:spcPts val="0"/>
        </a:spcBef>
        <a:spcAft>
          <a:spcPts val="1200"/>
        </a:spcAft>
        <a:buFont charset="2" pitchFamily="2" typeface="Wingdings"/>
        <a:buChar char="§"/>
        <a:tabLst/>
        <a:defRPr b="0" i="0" kern="1200" sz="1800">
          <a:solidFill>
            <a:schemeClr val="tx1"/>
          </a:solidFill>
          <a:latin charset="0" panose="02000000000000000000" pitchFamily="2" typeface="Roboto"/>
          <a:ea typeface="+mn-ea"/>
          <a:cs typeface="+mn-cs"/>
        </a:defRPr>
      </a:lvl1pPr>
      <a:lvl2pPr algn="l" defTabSz="216000" eaLnBrk="1" hangingPunct="1" indent="-180000" latinLnBrk="0" marL="360000" rtl="0">
        <a:lnSpc>
          <a:spcPct val="100000"/>
        </a:lnSpc>
        <a:spcBef>
          <a:spcPts val="0"/>
        </a:spcBef>
        <a:spcAft>
          <a:spcPts val="1200"/>
        </a:spcAft>
        <a:buFont charset="2" pitchFamily="2" typeface="Wingdings"/>
        <a:buChar char="§"/>
        <a:tabLst/>
        <a:defRPr b="0" i="0" kern="1200" sz="1800">
          <a:solidFill>
            <a:schemeClr val="tx1"/>
          </a:solidFill>
          <a:latin charset="0" panose="02000000000000000000" pitchFamily="2" typeface="Roboto"/>
          <a:ea typeface="+mn-ea"/>
          <a:cs typeface="+mn-cs"/>
        </a:defRPr>
      </a:lvl2pPr>
      <a:lvl3pPr algn="l" defTabSz="216000" eaLnBrk="1" hangingPunct="1" indent="-180000" latinLnBrk="0" marL="540000" rtl="0">
        <a:lnSpc>
          <a:spcPct val="100000"/>
        </a:lnSpc>
        <a:spcBef>
          <a:spcPts val="0"/>
        </a:spcBef>
        <a:spcAft>
          <a:spcPts val="1200"/>
        </a:spcAft>
        <a:buFont charset="2" pitchFamily="2" typeface="Wingdings"/>
        <a:buChar char="§"/>
        <a:tabLst/>
        <a:defRPr b="0" i="0" kern="1200" sz="1800">
          <a:solidFill>
            <a:schemeClr val="tx1"/>
          </a:solidFill>
          <a:latin charset="0" panose="02000000000000000000" pitchFamily="2" typeface="Roboto"/>
          <a:ea typeface="+mn-ea"/>
          <a:cs typeface="+mn-cs"/>
        </a:defRPr>
      </a:lvl3pPr>
      <a:lvl4pPr algn="l" defTabSz="216000" eaLnBrk="1" hangingPunct="1" indent="-179388" latinLnBrk="0" marL="720000" rtl="0">
        <a:lnSpc>
          <a:spcPct val="100000"/>
        </a:lnSpc>
        <a:spcBef>
          <a:spcPts val="0"/>
        </a:spcBef>
        <a:spcAft>
          <a:spcPts val="1200"/>
        </a:spcAft>
        <a:buFont charset="2" pitchFamily="2" typeface="Wingdings"/>
        <a:buChar char="§"/>
        <a:tabLst/>
        <a:defRPr b="0" i="0" kern="1200" sz="1800">
          <a:solidFill>
            <a:schemeClr val="tx1"/>
          </a:solidFill>
          <a:latin charset="0" panose="02000000000000000000" pitchFamily="2" typeface="Roboto"/>
          <a:ea typeface="+mn-ea"/>
          <a:cs typeface="+mn-cs"/>
        </a:defRPr>
      </a:lvl4pPr>
      <a:lvl5pPr algn="l" defTabSz="216000" eaLnBrk="1" hangingPunct="1" indent="-180975" latinLnBrk="0" marL="900000" rtl="0">
        <a:lnSpc>
          <a:spcPct val="100000"/>
        </a:lnSpc>
        <a:spcBef>
          <a:spcPts val="0"/>
        </a:spcBef>
        <a:spcAft>
          <a:spcPts val="1200"/>
        </a:spcAft>
        <a:buFont charset="2" pitchFamily="2" typeface="Wingdings"/>
        <a:buChar char="§"/>
        <a:tabLst/>
        <a:defRPr b="0" i="0" kern="1200" sz="1800">
          <a:solidFill>
            <a:schemeClr val="tx1"/>
          </a:solidFill>
          <a:latin charset="0" panose="02000000000000000000" pitchFamily="2" typeface="Roboto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A12 Docs RAG (On premise)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Build a RAG pipeline with Milvus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AI VN Team - 5.2026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Compare Architecture between Azure AI Search and Milvus</a:t>
            </a:r>
          </a:p>
          <a:p>
            <a:pPr lvl="0"/>
            <a:r>
              <a:rPr/>
              <a:t>Compare their chunking strategy</a:t>
            </a:r>
          </a:p>
          <a:p>
            <a:pPr lvl="0"/>
            <a:r>
              <a:rPr/>
              <a:t>Compare their retrieval strategy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Compare their performance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RAG architecture with Milvus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Replace Azure AI Search with Milvus Vector Database</a:t>
            </a:r>
          </a:p>
          <a:p>
            <a:pPr lvl="0"/>
            <a:r>
              <a:rPr/>
              <a:t>Don’t use Azure Storage anymore alt text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Custom ingestion with Milvus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Use Milvus to manage sync changes from MinIO to Milvus alt text</a:t>
            </a:r>
          </a:p>
        </p:txBody>
      </p:sp>
      <p:pic>
        <p:nvPicPr>
          <p:cNvPr descr="assets/milvus-sync-a12-vers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alt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Custom ingestion with Milvus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Manage sync state in Milvus alt text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Compare chunking strategy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816100" y="2057400"/>
          <a:ext cx="9512300" cy="420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9800"/>
                <a:gridCol w="474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Azure AI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Milvus Search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Split by headings (h1-h3)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Split by headings (h1-h4)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Chunk by character limit (2000 char, 500 overlap)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Chunk by rescursive splitter, char cap limit = 3000, no overlap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Detect inline code and table (Future: preserve table header across multiple chunks, get full block code)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Detect intra-references in the chunk (Future: return thems in chunk)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Detect sections that overflow in multiple chunks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Chunks in Milvus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Schema</a:t>
            </a:r>
          </a:p>
          <a:p>
            <a:pPr lvl="0"/>
            <a:r>
              <a:rPr/>
              <a:t>Data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Leverage relationship among A12 components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There are five layers in A12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Enhance Chunking Strategy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Split documents based on headings h1-h4</a:t>
            </a:r>
          </a:p>
          <a:p>
            <a:pPr lvl="0"/>
            <a:r>
              <a:rPr/>
              <a:t>Use recursive splitter for heading body</a:t>
            </a:r>
          </a:p>
          <a:p>
            <a:pPr lvl="0"/>
            <a:r>
              <a:rPr/>
              <a:t>Don’t split chunk in middle of text, table row</a:t>
            </a:r>
          </a:p>
          <a:p>
            <a:pPr lvl="0"/>
            <a:r>
              <a:rPr/>
              <a:t>Don’t use overlap size</a:t>
            </a:r>
          </a:p>
          <a:p>
            <a:pPr lvl="0"/>
            <a:r>
              <a:rPr/>
              <a:t>Embedding Model: text-embedding-3-large (dim=3072)</a:t>
            </a:r>
          </a:p>
          <a:p>
            <a:pPr lvl="0"/>
            <a:r>
              <a:rPr/>
              <a:t>Chunk info</a:t>
            </a:r>
          </a:p>
          <a:p>
            <a:pPr lvl="1"/>
            <a:r>
              <a:rPr/>
              <a:t>Size: 3000 chars</a:t>
            </a:r>
          </a:p>
          <a:p>
            <a:pPr lvl="0"/>
            <a:r>
              <a:rPr/>
              <a:t>Embedding models</a:t>
            </a:r>
          </a:p>
          <a:p>
            <a:pPr lvl="1"/>
            <a:r>
              <a:rPr/>
              <a:t>Commercial model: text-embedding-3-large (OpenAI)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Retrieve Relevance Chunks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816100" y="2057400"/>
          <a:ext cx="9512300" cy="420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9800"/>
                <a:gridCol w="474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Azure AI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Milvus Search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hybrid search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hybrid search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RRF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RRF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semantic reranker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Compare A12 RAG Evaluation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Azure AI Search alt text</a:t>
            </a:r>
          </a:p>
          <a:p>
            <a:pPr lvl="0"/>
            <a:r>
              <a:rPr/>
              <a:t>Milvus Search alt text</a:t>
            </a:r>
          </a:p>
        </p:txBody>
      </p:sp>
    </p:spTree>
  </p:cSld>
</p:sld>
</file>

<file path=ppt/theme/theme1.xml><?xml version="1.0" encoding="utf-8"?>
<a:theme xmlns:a="http://schemas.openxmlformats.org/drawingml/2006/main" name="mgm Master">
  <a:themeElements>
    <a:clrScheme name="mgm 2023">
      <a:dk1>
        <a:srgbClr val="000000"/>
      </a:dk1>
      <a:lt1>
        <a:srgbClr val="FFFFFF"/>
      </a:lt1>
      <a:dk2>
        <a:srgbClr val="207475"/>
      </a:dk2>
      <a:lt2>
        <a:srgbClr val="047FA3"/>
      </a:lt2>
      <a:accent1>
        <a:srgbClr val="5E8013"/>
      </a:accent1>
      <a:accent2>
        <a:srgbClr val="7E6703"/>
      </a:accent2>
      <a:accent3>
        <a:srgbClr val="B83403"/>
      </a:accent3>
      <a:accent4>
        <a:srgbClr val="A0012C"/>
      </a:accent4>
      <a:accent5>
        <a:srgbClr val="6A287D"/>
      </a:accent5>
      <a:accent6>
        <a:srgbClr val="1D4E86"/>
      </a:accent6>
      <a:hlink>
        <a:srgbClr val="1D4E86"/>
      </a:hlink>
      <a:folHlink>
        <a:srgbClr val="1D4E86"/>
      </a:folHlink>
    </a:clrScheme>
    <a:fontScheme name="Benutzerdefiniert 1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marL="0" indent="0" algn="ctr">
          <a:buNone/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None/>
          <a:defRPr/>
        </a:defPPr>
      </a:lstStyle>
    </a:txDef>
  </a:objectDefaults>
  <a:extraClrSchemeLst>
    <a:extraClrScheme>
      <a:clrScheme name="mgm 2023">
        <a:dk1>
          <a:srgbClr val="000000"/>
        </a:dk1>
        <a:lt1>
          <a:srgbClr val="FFFFFF"/>
        </a:lt1>
        <a:dk2>
          <a:srgbClr val="207475"/>
        </a:dk2>
        <a:lt2>
          <a:srgbClr val="047FA3"/>
        </a:lt2>
        <a:accent1>
          <a:srgbClr val="5E8013"/>
        </a:accent1>
        <a:accent2>
          <a:srgbClr val="7E6703"/>
        </a:accent2>
        <a:accent3>
          <a:srgbClr val="B83403"/>
        </a:accent3>
        <a:accent4>
          <a:srgbClr val="A0012C"/>
        </a:accent4>
        <a:accent5>
          <a:srgbClr val="6A287D"/>
        </a:accent5>
        <a:accent6>
          <a:srgbClr val="1D4E86"/>
        </a:accent6>
        <a:hlink>
          <a:srgbClr val="1D4E86"/>
        </a:hlink>
        <a:folHlink>
          <a:srgbClr val="1D4E86"/>
        </a:folHlink>
      </a:clrScheme>
    </a:extraClrScheme>
  </a:extraClrSchemeLst>
  <a:custClrLst>
    <a:custClr name="mgm Gray 1">
      <a:srgbClr val="F0F2F4"/>
    </a:custClr>
    <a:custClr name="mgm Gray 2">
      <a:srgbClr val="E0E3E7"/>
    </a:custClr>
    <a:custClr name="mgm Gray 3">
      <a:srgbClr val="68778C"/>
    </a:custClr>
    <a:custClr name="mgm Gray 4">
      <a:srgbClr val="4E5A68"/>
    </a:custClr>
  </a:custClrLst>
  <a:extLst>
    <a:ext uri="{05A4C25C-085E-4340-85A3-A5531E510DB2}">
      <thm15:themeFamily xmlns:thm15="http://schemas.microsoft.com/office/thememl/2012/main" name="mgm-Template-2023_with sample slides.potx" id="{F2F743F7-CE81-41D7-AAD6-6A6869CD81F2}" vid="{F60207B9-C30B-4174-B1AA-106068C6107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4794</Words>
  <Application>Microsoft Office PowerPoint</Application>
  <PresentationFormat>Breitbild</PresentationFormat>
  <Paragraphs>520</Paragraphs>
  <Slides>52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52</vt:i4>
      </vt:variant>
    </vt:vector>
  </HeadingPairs>
  <TitlesOfParts>
    <vt:vector size="58" baseType="lpstr">
      <vt:lpstr>Wingdings</vt:lpstr>
      <vt:lpstr>Roboto</vt:lpstr>
      <vt:lpstr>Roboto Black</vt:lpstr>
      <vt:lpstr>Calibri</vt:lpstr>
      <vt:lpstr>Arial</vt:lpstr>
      <vt:lpstr>mgm Master</vt:lpstr>
      <vt:lpstr>mgm tp/sp/ip title</vt:lpstr>
      <vt:lpstr>mgm cp title</vt:lpstr>
      <vt:lpstr>QFS title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Icons</vt:lpstr>
      <vt:lpstr>Lorem ipsum dolor sit amet, consectetuer adipiscing elit</vt:lpstr>
      <vt:lpstr>Agenda</vt:lpstr>
      <vt:lpstr>Agenda</vt:lpstr>
      <vt:lpstr>Chapter 1: Introduction</vt:lpstr>
      <vt:lpstr>Table</vt:lpstr>
      <vt:lpstr>Lorem ipsum dolor sit amet, consectetuer adipiscing elit</vt:lpstr>
      <vt:lpstr>Lorem ipsum dolor sit amet, consectetuer adipiscing</vt:lpstr>
      <vt:lpstr>Lorem ipsum dolor sit amet, consectetuer adipiscing elit</vt:lpstr>
      <vt:lpstr>Lorem ipsum dolor sit amet</vt:lpstr>
      <vt:lpstr>Aenean massa cum sociis nato que penatibus et magnis dis.</vt:lpstr>
      <vt:lpstr>Aenean massa cum sociis nato que penatibus et magnis dis.</vt:lpstr>
      <vt:lpstr>Lorem ipsum dolor </vt:lpstr>
      <vt:lpstr>„Nulla consequat massa quis enim. Donec pede justo, fringilla vel.“</vt:lpstr>
      <vt:lpstr>Enterprise software projects </vt:lpstr>
      <vt:lpstr>Infographics</vt:lpstr>
      <vt:lpstr>Table</vt:lpstr>
      <vt:lpstr>Maecenas tempus, tellus eget</vt:lpstr>
      <vt:lpstr>Maecenas tempus, tellus eget</vt:lpstr>
      <vt:lpstr>Maecenas tempus, tellus eget</vt:lpstr>
      <vt:lpstr>Aenean commodo ligu eget dolor</vt:lpstr>
      <vt:lpstr>Nulla consequat massa quis enim </vt:lpstr>
      <vt:lpstr>Steps</vt:lpstr>
      <vt:lpstr>Nulla consequat massa quis enim </vt:lpstr>
      <vt:lpstr>Consequat massa quis enim </vt:lpstr>
      <vt:lpstr>Steps: Nulla consequat massa quis enim </vt:lpstr>
      <vt:lpstr>Steps: Nulla consequat massa quis enim </vt:lpstr>
      <vt:lpstr>Consequat massa quis enim </vt:lpstr>
      <vt:lpstr>Consequat massa quis enim </vt:lpstr>
      <vt:lpstr>Lorem ipsum dolor sit amet, consectetuer </vt:lpstr>
      <vt:lpstr>Nulla consequat massa quis </vt:lpstr>
      <vt:lpstr>Project goals</vt:lpstr>
      <vt:lpstr>Nulla consequat massa quis </vt:lpstr>
      <vt:lpstr>Team</vt:lpstr>
      <vt:lpstr>Team</vt:lpstr>
      <vt:lpstr>Timeline</vt:lpstr>
      <vt:lpstr>Timeline</vt:lpstr>
      <vt:lpstr>Timeline</vt:lpstr>
      <vt:lpstr>Timeline</vt:lpstr>
      <vt:lpstr>Aenean com modo </vt:lpstr>
      <vt:lpstr>Aenean com modo </vt:lpstr>
      <vt:lpstr>Chapter 1 Dolor sit amet, consectetuer adipiscing elit.  </vt:lpstr>
      <vt:lpstr>PowerPoint-Präsentation</vt:lpstr>
    </vt:vector>
  </TitlesOfParts>
  <Company>mgm technology partners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2026-05-05T10:32:45Z</dcterms:created>
  <dcterms:modified xsi:type="dcterms:W3CDTF">2026-05-05T10:32:45Z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